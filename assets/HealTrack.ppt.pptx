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43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FD2EE-E0B7-46DE-9F2D-DB9ABE74C84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49171-2896-4084-8668-1C13C7D0F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34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49171-2896-4084-8668-1C13C7D0F08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3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1CDC-2CBB-ECC9-E41E-8C7BE4899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C2E6F-C5DF-E39B-3C80-B64E355B1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855C1-1EF5-3B63-5FFB-AF804B18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66FCE-30CA-D6F0-B342-03D234C8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063E2-B442-FDCD-5A2F-016DF358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841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C2F7-2E1E-5040-C425-FE952206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80646-3442-6957-E602-54B6271EA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6135B-B425-41F3-1652-286F7562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871ED-2B61-D365-0FC5-CD9DE61C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7FD7-5429-2505-D1B8-82D3A2E0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91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D4BB-2F49-243F-0487-E74AC196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9FAC0-90F5-A9AB-0E8C-FC1096E98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1EB5-3460-7F88-EDDD-14DDE2C1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CA25A-B5A7-52E5-485C-51406136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6BEA7-3000-B1F4-5D33-C1065DD1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155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46329-44C2-E0A6-05A0-007DFC25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711C-D0EE-F0AA-4B27-DBF939C3A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DC77C-9C76-8F88-27A5-31486AAD5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F0578-DFAA-CE91-CED8-E9E56802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96870-7C41-1076-CBDC-1409307B9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65A57-1F13-6D2C-8F9D-02052942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88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6A82-C65B-653E-19A2-FF765271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4DB81-93F0-6B15-CEC5-144DD7F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287FA-D415-E82A-51FA-23627456C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A8A89-43C9-881D-0236-EF03CD3F2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38073-0E3D-2253-B2C4-DF12B3408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BC6A8D-1BFE-175C-830A-AF034ED3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6CA2CC-9A45-4D9F-8798-753633A0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44C2B-EE92-2EE6-97B0-9873098D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58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74DA-7643-EAA5-26A3-507E4336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AE2A4-6BE3-7678-FDDB-B75C5AE9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C9148-350F-13E6-FB87-FC0DB4E2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B69B0-BE30-F8F9-0FDD-6DAE8211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9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6980B-2518-C814-746E-DF0273A0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EBF68B-66B2-435B-F37C-E7EA8992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896E8-50BD-272C-FEFA-4B0CE739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55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B2B0-7326-8032-30EE-C68E6332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32C72-7633-E3B4-7A97-086BFECA1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E2DE-56D5-75F4-2212-9B32F1F99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0506-6ACC-E25B-625B-D0FB93F6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AAC9D-90B5-F392-0332-18AFB8BC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544EA-CC5B-31FE-48A2-6ED08CF2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31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4956-AD47-0134-7AF0-48279F21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C442A-136B-4DB7-1007-1C0860A96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9C952-0E3F-A825-245D-120EBDF47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CB355-9D27-B664-ED6B-82BBDC00F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BDD84-BA94-133C-EF65-31585548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9C8B0-DBFA-7974-9EA6-B54B2CD9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87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9518-3C32-6073-C68A-B0C1F5D2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4EAA69-7399-13AA-110E-541D26FF6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A683E-E7E5-2760-1B42-2C6756B6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52514-9E95-0693-2F83-F6D74517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58508-0653-16C3-96BA-FA4A2723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31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968435-1EB5-C5BC-2BA1-5F74099F9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335E0-2350-4CFF-83C1-2FA717885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5ABB1-EF8E-7A14-2241-41541318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A4B1B-A5A6-F54F-4349-0DB6D149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6AE7F-C62F-5D6F-B8AB-9CFE2227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17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1B72B-D025-083E-3535-B0A98072B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51AE1-C492-1AA0-1C31-16FC5CF75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FC6EF-F806-083C-BB40-7878A45EB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7DF8B-C8CE-4239-A314-920C1FC0DB5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EB944-B984-C8E4-1EB0-E4E27E6C3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521D0-226F-7FDA-DE12-7505A499F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B0EB3-EC3E-4644-BEC6-F5F0D576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444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487F-51DD-03D0-119B-A96A7A255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041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HealTrack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– Drug Abuse Reporting &amp; Rehabilitation Support System</a:t>
            </a:r>
            <a:endParaRPr lang="en-IN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DE3DF-82DA-750A-FA2F-D754D91C9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080" y="4785836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9</a:t>
            </a:r>
          </a:p>
          <a:p>
            <a:pPr algn="l">
              <a:lnSpc>
                <a:spcPct val="120000"/>
              </a:lnSpc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ABHIMANYU ANIL- PTA23CS007</a:t>
            </a:r>
          </a:p>
          <a:p>
            <a:pPr algn="l">
              <a:lnSpc>
                <a:spcPct val="120000"/>
              </a:lnSpc>
            </a:pPr>
            <a:r>
              <a:rPr lang="en-IN" sz="5600" b="1" dirty="0">
                <a:latin typeface="+mj-lt"/>
                <a:cs typeface="Times New Roman" panose="02020603050405020304" pitchFamily="18" charset="0"/>
              </a:rPr>
              <a:t>AKHIL KUMAR M- PTA23CS025</a:t>
            </a:r>
            <a:endParaRPr lang="en-US" sz="5600" b="1" dirty="0">
              <a:latin typeface="+mj-lt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IN" sz="5600" b="1" dirty="0">
                <a:latin typeface="+mj-lt"/>
                <a:cs typeface="Times New Roman" panose="02020603050405020304" pitchFamily="18" charset="0"/>
              </a:rPr>
              <a:t>ARJUN R – PTA23CS043</a:t>
            </a:r>
          </a:p>
          <a:p>
            <a:pPr algn="l">
              <a:lnSpc>
                <a:spcPct val="120000"/>
              </a:lnSpc>
            </a:pPr>
            <a:r>
              <a:rPr lang="en-IN" sz="5600" b="1" dirty="0">
                <a:latin typeface="+mj-lt"/>
                <a:cs typeface="Times New Roman" panose="02020603050405020304" pitchFamily="18" charset="0"/>
              </a:rPr>
              <a:t>ARJUN R KUMAR – PTA23CS044</a:t>
            </a:r>
          </a:p>
          <a:p>
            <a:pPr algn="l">
              <a:lnSpc>
                <a:spcPct val="120000"/>
              </a:lnSpc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MIDHUNA R- PTA23CS088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90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998B61-E0EB-F0F4-4FB2-905D57BE18AF}"/>
              </a:ext>
            </a:extLst>
          </p:cNvPr>
          <p:cNvSpPr txBox="1"/>
          <p:nvPr/>
        </p:nvSpPr>
        <p:spPr>
          <a:xfrm>
            <a:off x="751840" y="43536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1C7ED-EFA9-CB27-F24A-4A20353CA293}"/>
              </a:ext>
            </a:extLst>
          </p:cNvPr>
          <p:cNvSpPr txBox="1"/>
          <p:nvPr/>
        </p:nvSpPr>
        <p:spPr>
          <a:xfrm>
            <a:off x="629920" y="1767840"/>
            <a:ext cx="7193280" cy="409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59B34D-CBC2-3FB9-B457-C6941A1C8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" y="1318884"/>
            <a:ext cx="4483022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Introduction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Literature Review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Proposed System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System Architecture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Methodology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Hardware / Software Requirements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Programming Languages &amp; Tools Used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Conclusion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6314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A42BE-0A2D-AA28-A250-920D53CEE68D}"/>
              </a:ext>
            </a:extLst>
          </p:cNvPr>
          <p:cNvSpPr txBox="1"/>
          <p:nvPr/>
        </p:nvSpPr>
        <p:spPr>
          <a:xfrm>
            <a:off x="1016000" y="1943298"/>
            <a:ext cx="9997440" cy="28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Substance abuse and drug-related activities have become a serious social and public health issue.</a:t>
            </a:r>
            <a:br>
              <a:rPr lang="en-US" dirty="0"/>
            </a:br>
            <a:r>
              <a:rPr lang="en-US" dirty="0"/>
              <a:t>Many victims lack access to timely help, rehabilitation guidance, and safe reporting mechanisms.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HealTrack</a:t>
            </a:r>
            <a:r>
              <a:rPr lang="en-US" dirty="0"/>
              <a:t> is a mobile-based solution developed using </a:t>
            </a:r>
            <a:r>
              <a:rPr lang="en-US" b="1" dirty="0"/>
              <a:t>Flutter</a:t>
            </a:r>
            <a:r>
              <a:rPr lang="en-US" dirty="0"/>
              <a:t>, designed to: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Anonymous  drug case reporting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Support individuals in recovery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Provide awareness and community engagement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Bridge the gap between users, counsellors, and authorities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51EEC-EB23-2BB5-7B43-4C71FBFC5CE4}"/>
              </a:ext>
            </a:extLst>
          </p:cNvPr>
          <p:cNvSpPr txBox="1"/>
          <p:nvPr/>
        </p:nvSpPr>
        <p:spPr>
          <a:xfrm>
            <a:off x="924560" y="873760"/>
            <a:ext cx="557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79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875AA-FD26-2AD3-811F-FF6E392BEAD0}"/>
              </a:ext>
            </a:extLst>
          </p:cNvPr>
          <p:cNvSpPr txBox="1"/>
          <p:nvPr/>
        </p:nvSpPr>
        <p:spPr>
          <a:xfrm>
            <a:off x="873760" y="914688"/>
            <a:ext cx="44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CBB08-8084-7088-F58F-D477024C1712}"/>
              </a:ext>
            </a:extLst>
          </p:cNvPr>
          <p:cNvSpPr txBox="1"/>
          <p:nvPr/>
        </p:nvSpPr>
        <p:spPr>
          <a:xfrm>
            <a:off x="1056640" y="1747520"/>
            <a:ext cx="967232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Existing systems mainly focus on </a:t>
            </a:r>
            <a:r>
              <a:rPr lang="en-US" b="1" dirty="0"/>
              <a:t>manual reporting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Lack of </a:t>
            </a:r>
            <a:r>
              <a:rPr lang="en-US" b="1" dirty="0"/>
              <a:t>anonymous and secure platforms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Limited </a:t>
            </a:r>
            <a:r>
              <a:rPr lang="en-US" b="1" dirty="0"/>
              <a:t>digital support for rehabilitation tracking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Absence of </a:t>
            </a:r>
            <a:r>
              <a:rPr lang="en-US" b="1" dirty="0"/>
              <a:t>community-based recovery 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Conclusion from study:</a:t>
            </a:r>
            <a:br>
              <a:rPr lang="en-US" dirty="0"/>
            </a:br>
            <a:r>
              <a:rPr lang="en-US" dirty="0"/>
              <a:t>A centralized, user-friendly digital platform is needed to address reporting, rehabilitation, and awareness together.</a:t>
            </a:r>
          </a:p>
        </p:txBody>
      </p:sp>
    </p:spTree>
    <p:extLst>
      <p:ext uri="{BB962C8B-B14F-4D97-AF65-F5344CB8AC3E}">
        <p14:creationId xmlns:p14="http://schemas.microsoft.com/office/powerpoint/2010/main" val="374317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B8FB62-DECD-0152-6814-675C37E73573}"/>
              </a:ext>
            </a:extLst>
          </p:cNvPr>
          <p:cNvSpPr txBox="1"/>
          <p:nvPr/>
        </p:nvSpPr>
        <p:spPr>
          <a:xfrm>
            <a:off x="792480" y="812800"/>
            <a:ext cx="455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3C720-DCFD-AFFE-6F8F-120781B873BB}"/>
              </a:ext>
            </a:extLst>
          </p:cNvPr>
          <p:cNvSpPr txBox="1"/>
          <p:nvPr/>
        </p:nvSpPr>
        <p:spPr>
          <a:xfrm>
            <a:off x="883920" y="1818640"/>
            <a:ext cx="83718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proposed system </a:t>
            </a:r>
            <a:r>
              <a:rPr lang="en-US" b="1" dirty="0" err="1"/>
              <a:t>HealTrack</a:t>
            </a:r>
            <a:r>
              <a:rPr lang="en-US" dirty="0"/>
              <a:t> provides: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Anonymous drug incident reporting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User recovery progress tracking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Community interaction and success stories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Counselling and guidance resources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Admin panel for monitoring and verification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 system ensures </a:t>
            </a:r>
            <a:r>
              <a:rPr lang="en-US" b="1" dirty="0"/>
              <a:t>privacy, accessibility, and real-time engagement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77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6A3DE-A68C-290B-E665-12ACA577B9B0}"/>
              </a:ext>
            </a:extLst>
          </p:cNvPr>
          <p:cNvSpPr txBox="1"/>
          <p:nvPr/>
        </p:nvSpPr>
        <p:spPr>
          <a:xfrm>
            <a:off x="721360" y="754391"/>
            <a:ext cx="7051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C35EB-D3E9-E3AD-97BC-C087CDC8C9FD}"/>
              </a:ext>
            </a:extLst>
          </p:cNvPr>
          <p:cNvSpPr txBox="1"/>
          <p:nvPr/>
        </p:nvSpPr>
        <p:spPr>
          <a:xfrm>
            <a:off x="833120" y="1693039"/>
            <a:ext cx="6096000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User → Mobile Application (Flutter)</a:t>
            </a:r>
            <a:br>
              <a:rPr lang="en-IN" dirty="0"/>
            </a:br>
            <a:r>
              <a:rPr lang="en-IN" dirty="0"/>
              <a:t>   → Firebase Authentication</a:t>
            </a:r>
            <a:br>
              <a:rPr lang="en-IN" dirty="0"/>
            </a:br>
            <a:r>
              <a:rPr lang="en-IN" dirty="0"/>
              <a:t>   → </a:t>
            </a:r>
            <a:r>
              <a:rPr lang="en-IN" dirty="0" err="1"/>
              <a:t>Firestore</a:t>
            </a:r>
            <a:r>
              <a:rPr lang="en-IN" dirty="0"/>
              <a:t> Database</a:t>
            </a:r>
            <a:br>
              <a:rPr lang="en-IN" dirty="0"/>
            </a:br>
            <a:r>
              <a:rPr lang="en-IN" dirty="0"/>
              <a:t>   → Admin Panel (Web)</a:t>
            </a:r>
            <a:br>
              <a:rPr lang="en-IN" dirty="0"/>
            </a:br>
            <a:r>
              <a:rPr lang="en-IN" dirty="0"/>
              <a:t>   → Authorities / Counsellors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Main modules: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  </a:t>
            </a:r>
            <a:r>
              <a:rPr lang="en-IN" dirty="0"/>
              <a:t> → User Module</a:t>
            </a:r>
          </a:p>
          <a:p>
            <a:pPr>
              <a:lnSpc>
                <a:spcPct val="150000"/>
              </a:lnSpc>
            </a:pPr>
            <a:r>
              <a:rPr lang="en-IN" dirty="0"/>
              <a:t>   → Admin Module</a:t>
            </a:r>
          </a:p>
          <a:p>
            <a:pPr>
              <a:lnSpc>
                <a:spcPct val="150000"/>
              </a:lnSpc>
            </a:pPr>
            <a:r>
              <a:rPr lang="en-IN" dirty="0"/>
              <a:t>   → Database Layer</a:t>
            </a:r>
          </a:p>
          <a:p>
            <a:pPr>
              <a:lnSpc>
                <a:spcPct val="150000"/>
              </a:lnSpc>
            </a:pPr>
            <a:r>
              <a:rPr lang="en-IN" dirty="0"/>
              <a:t>   → Notification System</a:t>
            </a:r>
          </a:p>
          <a:p>
            <a:pPr>
              <a:lnSpc>
                <a:spcPct val="150000"/>
              </a:lnSpc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0202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162FA3-1DDF-D404-0B90-06B0D28AC637}"/>
              </a:ext>
            </a:extLst>
          </p:cNvPr>
          <p:cNvSpPr txBox="1"/>
          <p:nvPr/>
        </p:nvSpPr>
        <p:spPr>
          <a:xfrm>
            <a:off x="802640" y="1212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7B647-3BD9-0000-1A60-FFE66D4C5F51}"/>
              </a:ext>
            </a:extLst>
          </p:cNvPr>
          <p:cNvSpPr txBox="1"/>
          <p:nvPr/>
        </p:nvSpPr>
        <p:spPr>
          <a:xfrm>
            <a:off x="944880" y="2049811"/>
            <a:ext cx="609600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User Registration &amp; Authentication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Drug Case Reporting (text/image/video)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Data storage in Firebase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Admin verification &amp; action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Recovery tracking &amp; reminders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Community interaction &amp; success stories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5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4F6F3B-60A2-B5BF-CAD0-AF3C4E4305C1}"/>
              </a:ext>
            </a:extLst>
          </p:cNvPr>
          <p:cNvSpPr txBox="1"/>
          <p:nvPr/>
        </p:nvSpPr>
        <p:spPr>
          <a:xfrm>
            <a:off x="629920" y="907534"/>
            <a:ext cx="758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5E1D2-9059-41DF-996E-F13578E19455}"/>
              </a:ext>
            </a:extLst>
          </p:cNvPr>
          <p:cNvSpPr txBox="1"/>
          <p:nvPr/>
        </p:nvSpPr>
        <p:spPr>
          <a:xfrm>
            <a:off x="853440" y="1956043"/>
            <a:ext cx="6096000" cy="3514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Hardware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/>
              <a:t>Android Smartphone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/>
              <a:t>Internet Connection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dirty="0"/>
          </a:p>
          <a:p>
            <a:r>
              <a:rPr lang="en-IN" b="1" dirty="0"/>
              <a:t>Software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/>
              <a:t>Flutter SDK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/>
              <a:t>Firebase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/>
              <a:t>Android Studio / VS Code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/>
              <a:t>Web browser (Admin panel)</a:t>
            </a:r>
          </a:p>
        </p:txBody>
      </p:sp>
    </p:spTree>
    <p:extLst>
      <p:ext uri="{BB962C8B-B14F-4D97-AF65-F5344CB8AC3E}">
        <p14:creationId xmlns:p14="http://schemas.microsoft.com/office/powerpoint/2010/main" val="926447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2A18D-9C3E-67E5-7AF3-76E7636481DD}"/>
              </a:ext>
            </a:extLst>
          </p:cNvPr>
          <p:cNvSpPr txBox="1"/>
          <p:nvPr/>
        </p:nvSpPr>
        <p:spPr>
          <a:xfrm>
            <a:off x="833120" y="2369735"/>
            <a:ext cx="5669280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Dart – Flutter development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Flutter – UI framework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Firebase Authentication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Cloud </a:t>
            </a:r>
            <a:r>
              <a:rPr lang="en-US" altLang="en-US" dirty="0" err="1">
                <a:latin typeface="Arial" panose="020B0604020202020204" pitchFamily="34" charset="0"/>
              </a:rPr>
              <a:t>Firestore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rial" panose="020B0604020202020204" pitchFamily="34" charset="0"/>
              </a:rPr>
              <a:t>Firebase Storage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68952-BEEC-6A49-5F95-BF28A1D48C0E}"/>
              </a:ext>
            </a:extLst>
          </p:cNvPr>
          <p:cNvSpPr txBox="1"/>
          <p:nvPr/>
        </p:nvSpPr>
        <p:spPr>
          <a:xfrm>
            <a:off x="548640" y="1263134"/>
            <a:ext cx="8158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&amp; Tools Used</a:t>
            </a:r>
          </a:p>
        </p:txBody>
      </p:sp>
    </p:spTree>
    <p:extLst>
      <p:ext uri="{BB962C8B-B14F-4D97-AF65-F5344CB8AC3E}">
        <p14:creationId xmlns:p14="http://schemas.microsoft.com/office/powerpoint/2010/main" val="311549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3AB7A3-FD17-7C8B-287F-CDCB07A647F2}"/>
              </a:ext>
            </a:extLst>
          </p:cNvPr>
          <p:cNvSpPr txBox="1"/>
          <p:nvPr/>
        </p:nvSpPr>
        <p:spPr>
          <a:xfrm>
            <a:off x="772160" y="2044899"/>
            <a:ext cx="8727440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HealTrack</a:t>
            </a:r>
            <a:r>
              <a:rPr lang="en-US" dirty="0"/>
              <a:t> aims to provide a </a:t>
            </a:r>
            <a:r>
              <a:rPr lang="en-US" b="1" dirty="0"/>
              <a:t>secure, anonymous, and supportive platform</a:t>
            </a:r>
            <a:r>
              <a:rPr lang="en-US" dirty="0"/>
              <a:t> to tackle drug abuse-related challenges.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The system integrates reporting, recovery support, and community engagement into a single application.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project has the potential to: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Improve awareness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Encourage recovery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Assist authorities efficiently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D6F91-5A39-7F80-1256-2570CF168264}"/>
              </a:ext>
            </a:extLst>
          </p:cNvPr>
          <p:cNvSpPr txBox="1"/>
          <p:nvPr/>
        </p:nvSpPr>
        <p:spPr>
          <a:xfrm>
            <a:off x="670560" y="11873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94024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203EE-D0F5-902C-46AD-DBE3B7C8608D}"/>
              </a:ext>
            </a:extLst>
          </p:cNvPr>
          <p:cNvSpPr txBox="1"/>
          <p:nvPr/>
        </p:nvSpPr>
        <p:spPr>
          <a:xfrm>
            <a:off x="538480" y="12021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25B03-6F6A-60F9-27DB-57E6978688E6}"/>
              </a:ext>
            </a:extLst>
          </p:cNvPr>
          <p:cNvSpPr txBox="1"/>
          <p:nvPr/>
        </p:nvSpPr>
        <p:spPr>
          <a:xfrm>
            <a:off x="680720" y="2036356"/>
            <a:ext cx="60960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 Documentation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flutter.dev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 Documentation – firebase.google.com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reports on substance abuse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papers on digital health systems</a:t>
            </a:r>
          </a:p>
        </p:txBody>
      </p:sp>
    </p:spTree>
    <p:extLst>
      <p:ext uri="{BB962C8B-B14F-4D97-AF65-F5344CB8AC3E}">
        <p14:creationId xmlns:p14="http://schemas.microsoft.com/office/powerpoint/2010/main" val="198120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413</Words>
  <Application>Microsoft Office PowerPoint</Application>
  <PresentationFormat>Widescreen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Mongolian Baiti</vt:lpstr>
      <vt:lpstr>Times New Roman</vt:lpstr>
      <vt:lpstr>Office Theme</vt:lpstr>
      <vt:lpstr>HealTrack – Drug Abuse Reporting &amp; Rehabilitation Support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Arjun</dc:creator>
  <cp:lastModifiedBy>Arun Kumar</cp:lastModifiedBy>
  <cp:revision>2</cp:revision>
  <dcterms:created xsi:type="dcterms:W3CDTF">2025-12-13T14:28:54Z</dcterms:created>
  <dcterms:modified xsi:type="dcterms:W3CDTF">2025-12-13T15:42:22Z</dcterms:modified>
</cp:coreProperties>
</file>